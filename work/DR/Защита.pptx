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al Black" panose="020B0A04020102020204" pitchFamily="34" charset="0"/>
      <p:bold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Times New Roman Bold" panose="02020803070505020304" pitchFamily="18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54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11.05.2026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 smtClean="0"/>
              <a:t>сървър</a:t>
            </a:r>
            <a:r>
              <a:rPr lang="bg-BG" dirty="0" smtClean="0"/>
              <a:t>а.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разделена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слоя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Първият</a:t>
            </a:r>
            <a:r>
              <a:rPr lang="en-US" dirty="0"/>
              <a:t> е </a:t>
            </a:r>
            <a:r>
              <a:rPr lang="en-US" dirty="0" err="1"/>
              <a:t>представителният</a:t>
            </a:r>
            <a:r>
              <a:rPr lang="en-US" dirty="0"/>
              <a:t> </a:t>
            </a:r>
            <a:r>
              <a:rPr lang="en-US" dirty="0" err="1"/>
              <a:t>слой</a:t>
            </a:r>
            <a:r>
              <a:rPr lang="en-US" dirty="0"/>
              <a:t> —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всичко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потребителят</a:t>
            </a:r>
            <a:r>
              <a:rPr lang="en-US" dirty="0"/>
              <a:t> </a:t>
            </a:r>
            <a:r>
              <a:rPr lang="en-US" dirty="0" err="1"/>
              <a:t>вижда</a:t>
            </a:r>
            <a:r>
              <a:rPr lang="en-US" dirty="0"/>
              <a:t>: HTML </a:t>
            </a:r>
            <a:r>
              <a:rPr lang="en-US" dirty="0" err="1"/>
              <a:t>страниците</a:t>
            </a:r>
            <a:r>
              <a:rPr lang="en-US" dirty="0"/>
              <a:t>, </a:t>
            </a:r>
            <a:r>
              <a:rPr lang="en-US" dirty="0" err="1"/>
              <a:t>изградени</a:t>
            </a:r>
            <a:r>
              <a:rPr lang="en-US" dirty="0"/>
              <a:t> с Django </a:t>
            </a:r>
            <a:r>
              <a:rPr lang="en-US" dirty="0" err="1"/>
              <a:t>шаблони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Вторият</a:t>
            </a:r>
            <a:r>
              <a:rPr lang="en-US" dirty="0"/>
              <a:t> е </a:t>
            </a:r>
            <a:r>
              <a:rPr lang="en-US" dirty="0" err="1"/>
              <a:t>приложният</a:t>
            </a:r>
            <a:r>
              <a:rPr lang="en-US" dirty="0"/>
              <a:t> </a:t>
            </a:r>
            <a:r>
              <a:rPr lang="en-US" dirty="0" err="1"/>
              <a:t>слой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</a:t>
            </a:r>
            <a:r>
              <a:rPr lang="en-US" dirty="0"/>
              <a:t> </a:t>
            </a:r>
            <a:r>
              <a:rPr lang="en-US" dirty="0" err="1"/>
              <a:t>цялата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.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приема</a:t>
            </a:r>
            <a:r>
              <a:rPr lang="en-US" dirty="0"/>
              <a:t> </a:t>
            </a:r>
            <a:r>
              <a:rPr lang="en-US" dirty="0" err="1"/>
              <a:t>заявките</a:t>
            </a:r>
            <a:r>
              <a:rPr lang="en-US" dirty="0"/>
              <a:t>,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правата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, </a:t>
            </a:r>
            <a:r>
              <a:rPr lang="en-US" dirty="0" err="1"/>
              <a:t>валидира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и </a:t>
            </a:r>
            <a:r>
              <a:rPr lang="en-US" dirty="0" err="1"/>
              <a:t>изпълнява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операциите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Третият</a:t>
            </a:r>
            <a:r>
              <a:rPr lang="en-US" dirty="0"/>
              <a:t> е </a:t>
            </a:r>
            <a:r>
              <a:rPr lang="en-US" dirty="0" err="1"/>
              <a:t>слоят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— Django ORM,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превежда</a:t>
            </a:r>
            <a:r>
              <a:rPr lang="en-US" dirty="0"/>
              <a:t> Python </a:t>
            </a:r>
            <a:r>
              <a:rPr lang="en-US" dirty="0" err="1"/>
              <a:t>операциите</a:t>
            </a:r>
            <a:r>
              <a:rPr lang="en-US" dirty="0"/>
              <a:t> в SQL </a:t>
            </a:r>
            <a:r>
              <a:rPr lang="en-US" dirty="0" err="1"/>
              <a:t>заявки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</a:t>
            </a:r>
            <a:r>
              <a:rPr lang="en-US" dirty="0"/>
              <a:t> </a:t>
            </a:r>
            <a:r>
              <a:rPr lang="en-US" dirty="0" err="1"/>
              <a:t>архитектурно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е </a:t>
            </a:r>
            <a:r>
              <a:rPr lang="en-US" dirty="0" err="1"/>
              <a:t>принципът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: </a:t>
            </a:r>
            <a:r>
              <a:rPr lang="en-US" dirty="0" err="1"/>
              <a:t>дори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, </a:t>
            </a:r>
            <a:r>
              <a:rPr lang="en-US" dirty="0" err="1"/>
              <a:t>изпратени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легитимния</a:t>
            </a:r>
            <a:r>
              <a:rPr lang="en-US" dirty="0"/>
              <a:t> </a:t>
            </a:r>
            <a:r>
              <a:rPr lang="en-US" dirty="0" err="1"/>
              <a:t>потребителски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преминават</a:t>
            </a:r>
            <a:r>
              <a:rPr lang="en-US" dirty="0"/>
              <a:t> </a:t>
            </a:r>
            <a:r>
              <a:rPr lang="en-US" dirty="0" err="1"/>
              <a:t>през</a:t>
            </a:r>
            <a:r>
              <a:rPr lang="en-US" dirty="0"/>
              <a:t> </a:t>
            </a:r>
            <a:r>
              <a:rPr lang="en-US" dirty="0" err="1"/>
              <a:t>пълна</a:t>
            </a:r>
            <a:r>
              <a:rPr lang="en-US" dirty="0"/>
              <a:t>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никога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даденост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е </a:t>
            </a:r>
            <a:r>
              <a:rPr lang="en-US" dirty="0" err="1"/>
              <a:t>изпратил</a:t>
            </a:r>
            <a:r>
              <a:rPr lang="en-US" dirty="0"/>
              <a:t> </a:t>
            </a:r>
            <a:r>
              <a:rPr lang="en-US" dirty="0" err="1"/>
              <a:t>коректни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стояния</a:t>
            </a:r>
            <a:r>
              <a:rPr lang="en-US" dirty="0" smtClean="0"/>
              <a:t>: </a:t>
            </a:r>
            <a:r>
              <a:rPr lang="en-US" dirty="0"/>
              <a:t>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</a:t>
            </a:r>
            <a:r>
              <a:rPr lang="en-US" dirty="0" err="1" smtClean="0"/>
              <a:t>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Сигурността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</a:t>
            </a:r>
            <a:r>
              <a:rPr lang="en-US" dirty="0" err="1"/>
              <a:t>съгласно</a:t>
            </a:r>
            <a:r>
              <a:rPr lang="en-US" dirty="0"/>
              <a:t> </a:t>
            </a:r>
            <a:r>
              <a:rPr lang="en-US" dirty="0" err="1"/>
              <a:t>препоръките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организацията</a:t>
            </a:r>
            <a:r>
              <a:rPr lang="en-US" dirty="0"/>
              <a:t> OWASP,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поддържа</a:t>
            </a:r>
            <a:r>
              <a:rPr lang="en-US" dirty="0"/>
              <a:t> </a:t>
            </a:r>
            <a:r>
              <a:rPr lang="en-US" dirty="0" err="1"/>
              <a:t>списък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най-критичните</a:t>
            </a:r>
            <a:r>
              <a:rPr lang="en-US" dirty="0"/>
              <a:t> </a:t>
            </a:r>
            <a:r>
              <a:rPr lang="en-US" dirty="0" err="1"/>
              <a:t>уязвимости</a:t>
            </a:r>
            <a:r>
              <a:rPr lang="en-US" dirty="0"/>
              <a:t> в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приложенията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Защитата</a:t>
            </a:r>
            <a:r>
              <a:rPr lang="en-US" dirty="0"/>
              <a:t> </a:t>
            </a:r>
            <a:r>
              <a:rPr lang="en-US" dirty="0" err="1"/>
              <a:t>срещу</a:t>
            </a:r>
            <a:r>
              <a:rPr lang="en-US" dirty="0"/>
              <a:t> SQL </a:t>
            </a:r>
            <a:r>
              <a:rPr lang="en-US" dirty="0" err="1"/>
              <a:t>инжекции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изключителното</a:t>
            </a:r>
            <a:r>
              <a:rPr lang="en-US" dirty="0"/>
              <a:t> </a:t>
            </a:r>
            <a:r>
              <a:rPr lang="en-US" dirty="0" err="1"/>
              <a:t>използване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ORM — </a:t>
            </a:r>
            <a:r>
              <a:rPr lang="en-US" dirty="0" err="1"/>
              <a:t>никога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конкатенирам</a:t>
            </a:r>
            <a:r>
              <a:rPr lang="en-US" dirty="0"/>
              <a:t> </a:t>
            </a:r>
            <a:r>
              <a:rPr lang="en-US" dirty="0" err="1"/>
              <a:t>потребителски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директно</a:t>
            </a:r>
            <a:r>
              <a:rPr lang="en-US" dirty="0"/>
              <a:t> в SQL </a:t>
            </a:r>
            <a:r>
              <a:rPr lang="en-US" dirty="0" err="1"/>
              <a:t>заявка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bg-BG" dirty="0" smtClean="0"/>
              <a:t>Защита</a:t>
            </a:r>
            <a:r>
              <a:rPr lang="bg-BG" baseline="0" dirty="0" smtClean="0"/>
              <a:t> срещу </a:t>
            </a:r>
            <a:r>
              <a:rPr lang="en-US" baseline="0" dirty="0" smtClean="0"/>
              <a:t>CSRF </a:t>
            </a:r>
            <a:r>
              <a:rPr lang="bg-BG" baseline="0" dirty="0" smtClean="0"/>
              <a:t>атаки </a:t>
            </a:r>
            <a:r>
              <a:rPr lang="en-US" dirty="0" smtClean="0"/>
              <a:t>е </a:t>
            </a:r>
            <a:r>
              <a:rPr lang="en-US" dirty="0" err="1"/>
              <a:t>осигурена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вградения</a:t>
            </a:r>
            <a:r>
              <a:rPr lang="en-US" dirty="0"/>
              <a:t> </a:t>
            </a:r>
            <a:r>
              <a:rPr lang="en-US" dirty="0" err="1"/>
              <a:t>механизъм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с CSRF </a:t>
            </a:r>
            <a:r>
              <a:rPr lang="en-US" dirty="0" err="1"/>
              <a:t>токени</a:t>
            </a:r>
            <a:r>
              <a:rPr lang="en-US" dirty="0"/>
              <a:t> — </a:t>
            </a:r>
            <a:r>
              <a:rPr lang="en-US" dirty="0" err="1"/>
              <a:t>всяка</a:t>
            </a:r>
            <a:r>
              <a:rPr lang="en-US" dirty="0"/>
              <a:t> </a:t>
            </a:r>
            <a:r>
              <a:rPr lang="en-US" dirty="0" err="1"/>
              <a:t>модифицираща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валиден</a:t>
            </a:r>
            <a:r>
              <a:rPr lang="en-US" dirty="0"/>
              <a:t> </a:t>
            </a:r>
            <a:r>
              <a:rPr lang="en-US" dirty="0" err="1"/>
              <a:t>токен</a:t>
            </a:r>
            <a:r>
              <a:rPr lang="en-US" dirty="0"/>
              <a:t>,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злонамерена</a:t>
            </a:r>
            <a:r>
              <a:rPr lang="en-US" dirty="0"/>
              <a:t> </a:t>
            </a:r>
            <a:r>
              <a:rPr lang="en-US" dirty="0" err="1"/>
              <a:t>страница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знае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прилага</a:t>
            </a:r>
            <a:r>
              <a:rPr lang="en-US" dirty="0"/>
              <a:t>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защитата</a:t>
            </a:r>
            <a:r>
              <a:rPr lang="en-US" dirty="0"/>
              <a:t> в </a:t>
            </a:r>
            <a:r>
              <a:rPr lang="en-US" dirty="0" err="1"/>
              <a:t>дълбочина</a:t>
            </a:r>
            <a:r>
              <a:rPr lang="en-US" dirty="0"/>
              <a:t> — </a:t>
            </a:r>
            <a:r>
              <a:rPr lang="en-US" dirty="0" err="1"/>
              <a:t>всяка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преминава</a:t>
            </a:r>
            <a:r>
              <a:rPr lang="en-US" dirty="0"/>
              <a:t> </a:t>
            </a:r>
            <a:r>
              <a:rPr lang="en-US" dirty="0" err="1"/>
              <a:t>последователно</a:t>
            </a:r>
            <a:r>
              <a:rPr lang="en-US" dirty="0"/>
              <a:t> </a:t>
            </a:r>
            <a:r>
              <a:rPr lang="en-US" dirty="0" err="1"/>
              <a:t>през</a:t>
            </a:r>
            <a:r>
              <a:rPr lang="en-US" dirty="0"/>
              <a:t> HTTP </a:t>
            </a:r>
            <a:r>
              <a:rPr lang="en-US" dirty="0" err="1"/>
              <a:t>проверка</a:t>
            </a:r>
            <a:r>
              <a:rPr lang="en-US" dirty="0"/>
              <a:t>, </a:t>
            </a:r>
            <a:r>
              <a:rPr lang="en-US" dirty="0" err="1"/>
              <a:t>аутентикация</a:t>
            </a:r>
            <a:r>
              <a:rPr lang="en-US" dirty="0"/>
              <a:t>, </a:t>
            </a:r>
            <a:r>
              <a:rPr lang="en-US" dirty="0" err="1"/>
              <a:t>валидиране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сериализатора</a:t>
            </a:r>
            <a:r>
              <a:rPr lang="en-US" dirty="0"/>
              <a:t>,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 и </a:t>
            </a:r>
            <a:r>
              <a:rPr lang="en-US" dirty="0" err="1"/>
              <a:t>накрая</a:t>
            </a:r>
            <a:r>
              <a:rPr lang="en-US" dirty="0"/>
              <a:t> </a:t>
            </a:r>
            <a:r>
              <a:rPr lang="en-US" dirty="0" err="1"/>
              <a:t>ограниченията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Дефинирани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: </a:t>
            </a:r>
            <a:r>
              <a:rPr lang="en-US" dirty="0" err="1"/>
              <a:t>администратор</a:t>
            </a:r>
            <a:r>
              <a:rPr lang="en-US" dirty="0"/>
              <a:t> с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и </a:t>
            </a:r>
            <a:r>
              <a:rPr lang="en-US" dirty="0" err="1"/>
              <a:t>оператор</a:t>
            </a:r>
            <a:r>
              <a:rPr lang="en-US" dirty="0"/>
              <a:t> с </a:t>
            </a:r>
            <a:r>
              <a:rPr lang="en-US" dirty="0" err="1"/>
              <a:t>ограничени</a:t>
            </a:r>
            <a:r>
              <a:rPr lang="en-US" dirty="0"/>
              <a:t> </a:t>
            </a:r>
            <a:r>
              <a:rPr lang="en-US" dirty="0" err="1"/>
              <a:t>права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 smtClean="0"/>
              <a:t>реална</a:t>
            </a:r>
            <a:r>
              <a:rPr lang="en-US" dirty="0" smtClean="0"/>
              <a:t> с</a:t>
            </a:r>
            <a:r>
              <a:rPr lang="bg-BG" dirty="0" smtClean="0"/>
              <a:t>реда</a:t>
            </a:r>
            <a:r>
              <a:rPr lang="en-US" dirty="0" smtClean="0"/>
              <a:t> </a:t>
            </a:r>
            <a:r>
              <a:rPr lang="en-US" dirty="0" err="1" smtClean="0"/>
              <a:t>Резултатите</a:t>
            </a:r>
            <a:r>
              <a:rPr lang="en-US" dirty="0" smtClean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цяло</a:t>
            </a:r>
            <a:r>
              <a:rPr lang="en-US" dirty="0"/>
              <a:t> — </a:t>
            </a:r>
            <a:r>
              <a:rPr lang="en-US" dirty="0" err="1"/>
              <a:t>разработената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успешно</a:t>
            </a:r>
            <a:r>
              <a:rPr lang="en-US" dirty="0"/>
              <a:t> </a:t>
            </a:r>
            <a:r>
              <a:rPr lang="en-US" dirty="0" err="1"/>
              <a:t>решава</a:t>
            </a:r>
            <a:r>
              <a:rPr lang="en-US" dirty="0"/>
              <a:t> </a:t>
            </a:r>
            <a:r>
              <a:rPr lang="en-US" dirty="0" err="1"/>
              <a:t>поставените</a:t>
            </a:r>
            <a:r>
              <a:rPr lang="en-US" dirty="0"/>
              <a:t> </a:t>
            </a:r>
            <a:r>
              <a:rPr lang="en-US" dirty="0" err="1"/>
              <a:t>цели</a:t>
            </a:r>
            <a:r>
              <a:rPr lang="en-US" dirty="0"/>
              <a:t>: </a:t>
            </a:r>
            <a:r>
              <a:rPr lang="en-US" dirty="0" err="1"/>
              <a:t>осигурява</a:t>
            </a:r>
            <a:r>
              <a:rPr lang="en-US" dirty="0"/>
              <a:t> </a:t>
            </a:r>
            <a:r>
              <a:rPr lang="en-US" dirty="0" err="1"/>
              <a:t>точна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, </a:t>
            </a:r>
            <a:r>
              <a:rPr lang="en-US" dirty="0" err="1"/>
              <a:t>надеждно</a:t>
            </a:r>
            <a:r>
              <a:rPr lang="en-US" dirty="0"/>
              <a:t> и </a:t>
            </a:r>
            <a:r>
              <a:rPr lang="en-US" dirty="0" err="1"/>
              <a:t>обективно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и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формиране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централизираната</a:t>
            </a:r>
            <a:r>
              <a:rPr lang="en-US" dirty="0"/>
              <a:t> </a:t>
            </a:r>
            <a:r>
              <a:rPr lang="en-US" dirty="0" err="1"/>
              <a:t>сървърна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и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висока</a:t>
            </a:r>
            <a:r>
              <a:rPr lang="en-US" dirty="0"/>
              <a:t> </a:t>
            </a:r>
            <a:r>
              <a:rPr lang="en-US" dirty="0" err="1"/>
              <a:t>степен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 и </a:t>
            </a:r>
            <a:r>
              <a:rPr lang="en-US" dirty="0" err="1"/>
              <a:t>невъзможност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манипулация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има</a:t>
            </a:r>
            <a:r>
              <a:rPr lang="en-US" dirty="0"/>
              <a:t> </a:t>
            </a:r>
            <a:r>
              <a:rPr lang="en-US" dirty="0" err="1"/>
              <a:t>потенциал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реално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организирането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а </a:t>
            </a:r>
            <a:r>
              <a:rPr lang="en-US" dirty="0" err="1"/>
              <a:t>архитектурата</a:t>
            </a:r>
            <a:r>
              <a:rPr lang="en-US" dirty="0"/>
              <a:t> </a:t>
            </a:r>
            <a:r>
              <a:rPr lang="en-US" dirty="0" err="1"/>
              <a:t>позволява</a:t>
            </a:r>
            <a:r>
              <a:rPr lang="en-US" dirty="0"/>
              <a:t> </a:t>
            </a:r>
            <a:r>
              <a:rPr lang="en-US" dirty="0" err="1"/>
              <a:t>бъдещо</a:t>
            </a:r>
            <a:r>
              <a:rPr lang="en-US" dirty="0"/>
              <a:t> </a:t>
            </a:r>
            <a:r>
              <a:rPr lang="en-US" dirty="0" err="1"/>
              <a:t>разширяване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с </a:t>
            </a:r>
            <a:r>
              <a:rPr lang="en-US" dirty="0" err="1"/>
              <a:t>хардуерни</a:t>
            </a:r>
            <a:r>
              <a:rPr lang="en-US" dirty="0"/>
              <a:t> </a:t>
            </a:r>
            <a:r>
              <a:rPr lang="en-US" dirty="0" err="1"/>
              <a:t>детектори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отчитане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PDF </a:t>
            </a:r>
            <a:r>
              <a:rPr lang="en-US" dirty="0" err="1"/>
              <a:t>протоколи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даде</a:t>
            </a:r>
            <a:r>
              <a:rPr lang="en-US" dirty="0"/>
              <a:t> </a:t>
            </a:r>
            <a:r>
              <a:rPr lang="en-US" dirty="0" err="1"/>
              <a:t>възможност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приложа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практика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областта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технологиите</a:t>
            </a:r>
            <a:r>
              <a:rPr lang="en-US" dirty="0"/>
              <a:t>, </a:t>
            </a:r>
            <a:r>
              <a:rPr lang="en-US" dirty="0" err="1"/>
              <a:t>алгоритмите</a:t>
            </a:r>
            <a:r>
              <a:rPr lang="en-US" dirty="0"/>
              <a:t>, </a:t>
            </a:r>
            <a:r>
              <a:rPr lang="en-US" dirty="0" err="1"/>
              <a:t>базите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и </a:t>
            </a:r>
            <a:r>
              <a:rPr lang="en-US" dirty="0" err="1"/>
              <a:t>информационната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вашето вниманието. Ако имате въпроси, аз съм готов да отговоря.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875565" y="689559"/>
            <a:ext cx="2442811" cy="2448302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610100"/>
            <a:ext cx="9606111" cy="847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времеизмерване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масови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лекоатлетически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състезания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506200" y="6219317"/>
            <a:ext cx="3745807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534400" y="2369187"/>
            <a:ext cx="8256693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  <a:ln>
            <a:solidFill>
              <a:schemeClr val="tx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61230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от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човешка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грешка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247169" y="-1409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37020" y="2476501"/>
            <a:ext cx="11559980" cy="742515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543800" y="4941041"/>
            <a:ext cx="1018095" cy="1013296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547558" y="6918076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676155" y="2966390"/>
            <a:ext cx="14878026" cy="6784235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155" y="5607070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0081" y="6401565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84677" y="2883744"/>
            <a:ext cx="587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</a:p>
          <a:p>
            <a:endParaRPr lang="bg-BG" sz="28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09" y="-1229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362200" y="3086100"/>
            <a:ext cx="13198621" cy="4350929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62200" y="7776209"/>
            <a:ext cx="13198621" cy="1482091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1678572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3575" y="7747813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>
                <a:latin typeface="Arial Black" panose="020B0A04020102020204" pitchFamily="34" charset="0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0917" y="5224847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10917" y="2974339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  <a:endParaRPr lang="bg-BG" sz="44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96400" y="5525779"/>
            <a:ext cx="8421794" cy="453479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  <a:ln>
            <a:solidFill>
              <a:schemeClr val="tx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4114800" y="1998034"/>
            <a:ext cx="9829800" cy="3373168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549840" y="5525779"/>
            <a:ext cx="8473329" cy="453479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  <a:ln>
            <a:solidFill>
              <a:schemeClr val="tx1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82622" y="1075358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531291" y="4303058"/>
            <a:ext cx="3626780" cy="3278842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  <a:ln>
            <a:solidFill>
              <a:schemeClr val="tx1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440465" y="2937898"/>
            <a:ext cx="7542733" cy="2662801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363722" y="6412364"/>
            <a:ext cx="7619477" cy="3455535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201337" cy="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 flipV="1">
            <a:off x="9601201" y="5143499"/>
            <a:ext cx="1092006" cy="29515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187074" y="-3852028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352800" y="-2476500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4800" y="5859704"/>
            <a:ext cx="9448799" cy="3613540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498017" y="5989113"/>
            <a:ext cx="7090389" cy="1419819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54444" y="5139503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срещу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CSRF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атаки</a:t>
            </a: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717875" y="-492005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394871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835447" y="4595366"/>
            <a:ext cx="3572224" cy="4654133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  <a:ln>
            <a:solidFill>
              <a:schemeClr val="tx1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2257673" y="4261932"/>
            <a:ext cx="5001627" cy="4756673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594849" y="4595366"/>
            <a:ext cx="3303160" cy="4654802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  <a:ln>
            <a:solidFill>
              <a:schemeClr val="tx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54858" y="3317538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26000" y="2552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362842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6800" y="495300"/>
            <a:ext cx="16306799" cy="9296400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01600" y="8176405"/>
            <a:ext cx="4229664" cy="7566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1164</Words>
  <Application>Microsoft Office PowerPoint</Application>
  <PresentationFormat>Custom</PresentationFormat>
  <Paragraphs>125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Times New Roman</vt:lpstr>
      <vt:lpstr>Arial Black</vt:lpstr>
      <vt:lpstr>Arial</vt:lpstr>
      <vt:lpstr>Open Sans</vt:lpstr>
      <vt:lpstr>Calibri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29</cp:revision>
  <dcterms:created xsi:type="dcterms:W3CDTF">2006-08-16T00:00:00Z</dcterms:created>
  <dcterms:modified xsi:type="dcterms:W3CDTF">2026-05-11T10:38:49Z</dcterms:modified>
  <dc:identifier>DAHHpVcMLG8</dc:identifier>
</cp:coreProperties>
</file>