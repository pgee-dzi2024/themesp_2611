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 Black" panose="020B0A04020102020204" pitchFamily="34" charset="0"/>
      <p:bold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  <p:embeddedFont>
      <p:font typeface="Times New Roman Bold" panose="02020803070505020304" pitchFamily="18" charset="0"/>
      <p:regular r:id="rId19"/>
      <p:bold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могат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бъдат</a:t>
            </a:r>
            <a:r>
              <a:rPr lang="en-US" dirty="0"/>
              <a:t> </a:t>
            </a:r>
            <a:r>
              <a:rPr lang="en-US" dirty="0" err="1"/>
              <a:t>манипулирани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стояния</a:t>
            </a:r>
            <a:r>
              <a:rPr lang="en-US" dirty="0" smtClean="0"/>
              <a:t>: </a:t>
            </a:r>
            <a:r>
              <a:rPr lang="en-US" dirty="0"/>
              <a:t>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</a:t>
            </a:r>
            <a:r>
              <a:rPr lang="en-US" dirty="0" err="1" smtClean="0"/>
              <a:t>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участва</a:t>
            </a:r>
            <a:r>
              <a:rPr lang="en-US" dirty="0"/>
              <a:t> в </a:t>
            </a:r>
            <a:r>
              <a:rPr lang="en-US" dirty="0" err="1"/>
              <a:t>изчислението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никакъв</a:t>
            </a:r>
            <a:r>
              <a:rPr lang="en-US" dirty="0"/>
              <a:t> </a:t>
            </a:r>
            <a:r>
              <a:rPr lang="en-US" dirty="0" err="1"/>
              <a:t>начин</a:t>
            </a:r>
            <a:r>
              <a:rPr lang="en-US" dirty="0"/>
              <a:t> —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реална</a:t>
            </a:r>
            <a:r>
              <a:rPr lang="en-US" dirty="0"/>
              <a:t> </a:t>
            </a:r>
            <a:r>
              <a:rPr lang="en-US" dirty="0" err="1"/>
              <a:t>работна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Като цяло — разработената система успешно решава поставените цели: осигурява точна регистрация на участниците, надеждно и обективно времеизмерване и автоматично формиране на класирането. </a:t>
            </a:r>
          </a:p>
          <a:p>
            <a:r>
              <a:rPr lang="en-US"/>
              <a:t> </a:t>
            </a:r>
          </a:p>
          <a:p>
            <a:r>
              <a:rPr lang="en-US"/>
              <a:t>Чрез централизираната сървърна логика и принципа на нулево доверие към клиента е постигната висока степен на сигурност и невъзможност за манипулация на резултатите. </a:t>
            </a:r>
          </a:p>
          <a:p>
            <a:r>
              <a:rPr lang="en-US"/>
              <a:t> </a:t>
            </a:r>
          </a:p>
          <a:p>
            <a:r>
              <a:rPr lang="en-US"/>
              <a:t>Системата има потенциал за реално приложение при организирането на лекоатлетически прояви, а архитектурата позволява бъдещо разширяване — например интеграция с хардуерни детектори за автоматично отчитане на финиш или генериране на PDF протоколи. </a:t>
            </a:r>
          </a:p>
          <a:p>
            <a:r>
              <a:rPr lang="en-US"/>
              <a:t> </a:t>
            </a:r>
          </a:p>
          <a:p>
            <a:r>
              <a:rPr lang="en-US"/>
              <a:t>Проектът ми даде възможност да приложа на практика знания от областта на уеб технологиите, алгоритмите, базите данни и информационната сигурност.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01789" y="332998"/>
            <a:ext cx="2017422" cy="2024978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006901"/>
            <a:ext cx="9606111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</a:t>
            </a:r>
            <a:r>
              <a:rPr lang="en-US" sz="2399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Система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времеизмерване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масови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лекоатлетически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състезания</a:t>
            </a:r>
            <a:r>
              <a:rPr lang="en-US" sz="2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66852" y="596078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399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1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34400" y="2369187"/>
            <a:ext cx="8256693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5179963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</a:t>
            </a:r>
            <a:r>
              <a:rPr lang="en-US" sz="2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от</a:t>
            </a:r>
            <a:r>
              <a:rPr lang="en-US" sz="2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човешка</a:t>
            </a:r>
            <a:r>
              <a:rPr lang="en-US" sz="2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грешка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247169" y="-1409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37020" y="2476501"/>
            <a:ext cx="11559980" cy="742515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3800" y="4941041"/>
            <a:ext cx="1018095" cy="1013296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547558" y="6918076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676155" y="2966390"/>
            <a:ext cx="14878026" cy="6784235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155" y="5607070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0081" y="6401565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84677" y="2883744"/>
            <a:ext cx="587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</a:p>
          <a:p>
            <a:endParaRPr lang="bg-BG" sz="28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09" y="-1229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362200" y="3086100"/>
            <a:ext cx="13198621" cy="4350929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62200" y="7776209"/>
            <a:ext cx="13198621" cy="1482091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1678572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3575" y="7747813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10917" y="5224847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10917" y="2974339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  <a:endParaRPr lang="bg-BG"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96400" y="5525779"/>
            <a:ext cx="8421794" cy="453479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114800" y="1998034"/>
            <a:ext cx="9829800" cy="3373168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49840" y="5525779"/>
            <a:ext cx="8473329" cy="453479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382622" y="1075358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913636" y="4292287"/>
            <a:ext cx="3626780" cy="2984814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047436" y="4107010"/>
            <a:ext cx="4766089" cy="1202669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047436" y="5968686"/>
            <a:ext cx="4504821" cy="2132717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 flipV="1">
            <a:off x="10286999" y="5124450"/>
            <a:ext cx="1093813" cy="19049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28178" y="-4232035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235162" y="-3006407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56755" y="5949560"/>
            <a:ext cx="6945819" cy="2248709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054611" y="6238281"/>
            <a:ext cx="5691866" cy="998573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832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CSRF атаки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717875" y="-492005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394871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35447" y="4595366"/>
            <a:ext cx="3572224" cy="4654133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257673" y="4261932"/>
            <a:ext cx="5001627" cy="4756673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584040" y="4595366"/>
            <a:ext cx="3280803" cy="4654802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4858" y="3317538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82000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6800" y="495300"/>
            <a:ext cx="16306799" cy="9296400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296336" y="815752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1209</Words>
  <Application>Microsoft Office PowerPoint</Application>
  <PresentationFormat>Custom</PresentationFormat>
  <Paragraphs>127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Times New Roman</vt:lpstr>
      <vt:lpstr>Arial Black</vt:lpstr>
      <vt:lpstr>Arial</vt:lpstr>
      <vt:lpstr>Open Sans</vt:lpstr>
      <vt:lpstr>Times New Roman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21</cp:revision>
  <dcterms:created xsi:type="dcterms:W3CDTF">2006-08-16T00:00:00Z</dcterms:created>
  <dcterms:modified xsi:type="dcterms:W3CDTF">2026-04-30T06:46:47Z</dcterms:modified>
  <dc:identifier>DAHHpVcMLG8</dc:identifier>
</cp:coreProperties>
</file>